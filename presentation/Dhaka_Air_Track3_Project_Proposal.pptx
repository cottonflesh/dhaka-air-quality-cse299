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AIR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58368" y="1261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QUALITY PREDICTION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719072"/>
            <a:ext cx="384048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5120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CSE299 Project Proposal</a:t>
            </a:r>
            <a:endParaRPr lang="en-US" sz="1750" dirty="0"/>
          </a:p>
          <a:p>
            <a:pPr indent="0" marL="0">
              <a:buNone/>
            </a:pPr>
            <a:r>
              <a:rPr lang="en-US" sz="1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3: ML Model &amp; Dataset Development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94944" y="288950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Mendeley air-quality dataset with support for adding new datasets later.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46520" y="822960"/>
            <a:ext cx="4983480" cy="4617720"/>
          </a:xfrm>
          <a:prstGeom prst="roundRect">
            <a:avLst>
              <a:gd name="adj" fmla="val 1188"/>
            </a:avLst>
          </a:prstGeom>
          <a:solidFill>
            <a:srgbClr val="F7F7F7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143000"/>
            <a:ext cx="44348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2618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Preview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48272" y="1874520"/>
            <a:ext cx="1234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2864" y="2039112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12864" y="2441448"/>
            <a:ext cx="9052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Level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183880" y="1874520"/>
            <a:ext cx="1234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039112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2441448"/>
            <a:ext cx="9052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619488" y="1874520"/>
            <a:ext cx="1234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2039112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PM10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84080" y="2441448"/>
            <a:ext cx="9052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903720" y="4526280"/>
            <a:ext cx="393192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4526280"/>
            <a:ext cx="0" cy="-27432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4526280"/>
            <a:ext cx="0" cy="-73152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4526280"/>
            <a:ext cx="0" cy="-123444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4526280"/>
            <a:ext cx="0" cy="-192024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4526280"/>
            <a:ext cx="0" cy="-260604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78440" y="4526280"/>
            <a:ext cx="0" cy="-324612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Air • Track 3 Proposal • 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8" name="TextBox 27"/>
          <p:cNvSpPr txBox="1"/>
          <p:nvPr/>
        </p:nvSpPr>
        <p:spPr>
          <a:xfrm>
            <a:off x="777240" y="571500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9375F"/>
                </a:solidFill>
              </a:rPr>
              <a:t>CSE299 • Section 14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Nizam Uddin Nihon  •  2031139342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Ikramun Masud Lubaba  •  2232451042</a:t>
            </a:r>
          </a:p>
          <a:p>
            <a:pPr>
              <a:defRPr sz="1000">
                <a:solidFill>
                  <a:srgbClr val="373737"/>
                </a:solidFill>
              </a:defRPr>
            </a:pPr>
            <a:r>
              <a:t>Md Huzayfa  •  2222948642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Motivation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 matters in the local context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often faces unhealthy air conditions, but raw pollution data is hard for users to understand or use for decisions.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31272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941832" y="3108960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need a simple way to understand pollution trends.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941832" y="3547872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quality changes by time, location, and pollutant levels.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685800" y="40050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941832" y="3986784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Students/researchers need a reusable ML-based analysis system.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685800" y="44439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941832" y="4425696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datasets should be easy to add for future improvements.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6537960" y="3401568"/>
            <a:ext cx="38862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0" y="2057400"/>
            <a:ext cx="1691640" cy="1737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222199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Pollution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39712" y="2624328"/>
            <a:ext cx="136245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• PM10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• NO₂ • SO₂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68512" y="2057400"/>
            <a:ext cx="1691640" cy="1737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33104" y="222199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33104" y="2624328"/>
            <a:ext cx="136245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patterns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52760" y="2057400"/>
            <a:ext cx="960120" cy="173736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17352" y="222199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17352" y="2624328"/>
            <a:ext cx="63093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+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results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6748272" y="4434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idea: turn complex air-quality data into readable prediction results.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Air • Track 3 Proposal • 2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Objective, Scope &amp; Non-Triviality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build and why it is technically challenging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819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" y="1984248"/>
            <a:ext cx="314553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web application that predicts Dhaka air quality using ML models and shows the results with graphs, metrics, and an easy dashboard.</a:t>
            </a:r>
            <a:endParaRPr lang="en-US" sz="1210" dirty="0"/>
          </a:p>
        </p:txBody>
      </p:sp>
      <p:sp>
        <p:nvSpPr>
          <p:cNvPr id="7" name="Shape 5"/>
          <p:cNvSpPr/>
          <p:nvPr/>
        </p:nvSpPr>
        <p:spPr>
          <a:xfrm>
            <a:off x="4462272" y="141732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15819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6864" y="1984248"/>
            <a:ext cx="314553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preparation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 &amp; comparison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dashboard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dataset upload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input testing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8247888" y="141732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58191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Non-Trivial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1984248"/>
            <a:ext cx="291693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may be missing, noisy, or imbalanced. The system must validate new datasets, retrain models, compare results, and explain model errors.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713232" y="3877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BOUNDARY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05840" y="4937760"/>
            <a:ext cx="969264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4681728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0974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5367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Mendeley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3063240" y="4681728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480974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32888" y="5367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303520" y="4681728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480974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5367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543800" y="4681728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480974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13448" y="5367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784080" y="4681728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480974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3728" y="5367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Air • Track 3 Proposal • 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Framework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source, new-dataset support, and ML pipeline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335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F7F7F7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9222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Mendeley Air Quality Dataset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371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public Mendeley dataset for Bangladesh/Dhaka air quality. Core fields may include timestamp, city/location, PM2.5, PM10, pollutants, AQI, and coordinates.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658368" y="3310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DATASET FEATURE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3593592"/>
            <a:ext cx="5166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5818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Dataset Upload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8371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CSV/Excel → validate required columns → clean data → save as a new dataset → retrain/test models.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520" y="13350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0" y="2304288"/>
            <a:ext cx="1828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47888" y="2304288"/>
            <a:ext cx="1828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63456" y="2304288"/>
            <a:ext cx="1828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479024" y="2304288"/>
            <a:ext cx="1828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91072" y="1901952"/>
            <a:ext cx="749808" cy="804672"/>
          </a:xfrm>
          <a:prstGeom prst="roundRect">
            <a:avLst>
              <a:gd name="adj" fmla="val 6098"/>
            </a:avLst>
          </a:prstGeom>
          <a:solidFill>
            <a:srgbClr val="F7F7F7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2048256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7406640" y="1901952"/>
            <a:ext cx="749808" cy="80467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2048256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8522208" y="1901952"/>
            <a:ext cx="749808" cy="80467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2048256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9637776" y="1901952"/>
            <a:ext cx="749808" cy="80467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10928" y="2048256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10753344" y="1901952"/>
            <a:ext cx="749808" cy="80467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26496" y="2048256"/>
            <a:ext cx="603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6336792" y="3246120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columns: date/time, location, PM2.5/PM10, AQI or target label.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columns: temperature, humidity, wind speed, other pollutants.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336792" y="4315968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1384" y="448056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01384" y="4882896"/>
            <a:ext cx="4562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• Pandas • NumPy • Scikit-learn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Flask/Django • HTML/CSS/JS • GitHub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Air • Track 3 Proposal • 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functions users will see in the final system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819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50392" y="1984248"/>
            <a:ext cx="2185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AQI, PM2.5, PM10, pollutant summary and graphs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547872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464" y="15819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Viewer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3712464" y="1984248"/>
            <a:ext cx="2185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dataset by city, date and time period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409944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7F7F7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4536" y="15819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Upload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574536" y="1984248"/>
            <a:ext cx="2185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CSV/Excel dataset with validation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272016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36608" y="158191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9436608" y="1984248"/>
            <a:ext cx="2185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AQI value or air-quality category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85800" y="338328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5478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850392" y="3950208"/>
            <a:ext cx="2185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baseline and multiple ML models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3547872" y="338328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35478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Testing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712464" y="3950208"/>
            <a:ext cx="2185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input values and see prediction changes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409944" y="338328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4536" y="35478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6574536" y="3950208"/>
            <a:ext cx="2185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mistakes, metrics and confusion/errors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272016" y="338328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36608" y="35478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Export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9436608" y="3950208"/>
            <a:ext cx="2185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graphs/results for report or presentation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13232" y="552297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flow: Upload/select dataset → choose model → predict AQI → compare results → view dashboard.</a:t>
            </a:r>
            <a:endParaRPr lang="en-US" sz="148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Air • Track 3 Proposal • 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development plan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384048" cy="38404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44168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setup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44168" y="1801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Mendeley data and define required columns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969264" y="1984248"/>
            <a:ext cx="0" cy="749808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384048" cy="38404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44168" y="2898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44168" y="3282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missing values, duplicates, formats and labels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969264" y="3465576"/>
            <a:ext cx="0" cy="749808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4407408"/>
            <a:ext cx="384048" cy="38404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44168" y="4379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44168" y="47640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baseline and ML prediction models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355080" y="1444752"/>
            <a:ext cx="384048" cy="38404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22008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22008" y="1801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models and analyze errors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6547104" y="1984248"/>
            <a:ext cx="0" cy="749808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355080" y="2926080"/>
            <a:ext cx="384048" cy="38404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22008" y="2898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22008" y="3282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dashboard, upload feature and graphs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6547104" y="3465576"/>
            <a:ext cx="0" cy="749808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355080" y="4407408"/>
            <a:ext cx="384048" cy="384048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22008" y="4379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22008" y="47640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selected and newly uploaded datasets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5989320" y="1965960"/>
            <a:ext cx="0" cy="3291840"/>
          </a:xfrm>
          <a:prstGeom prst="line">
            <a:avLst/>
          </a:prstGeom>
          <a:noFill/>
          <a:ln w="1524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7790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focus: keep a working version early, then improve models and visuals.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Air • Track 3 Proposal • 6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Plan and Deliverables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prove the system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PLAN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5166360" cy="749808"/>
          </a:xfrm>
          <a:prstGeom prst="roundRect">
            <a:avLst>
              <a:gd name="adj" fmla="val 7317"/>
            </a:avLst>
          </a:prstGeom>
          <a:solidFill>
            <a:srgbClr val="F7F7F7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28800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Metrics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50392" y="2231136"/>
            <a:ext cx="483717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/ RMSE for AQI value; Accuracy / F1 for category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5166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81635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50392" y="3218688"/>
            <a:ext cx="483717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vs ML models on the same test data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85800" y="3639312"/>
            <a:ext cx="5166360" cy="749808"/>
          </a:xfrm>
          <a:prstGeom prst="roundRect">
            <a:avLst>
              <a:gd name="adj" fmla="val 7317"/>
            </a:avLst>
          </a:prstGeom>
          <a:solidFill>
            <a:srgbClr val="F7F7F7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80390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50392" y="4206240"/>
            <a:ext cx="483717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new uploaded dataset or changed data subset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85800" y="4626864"/>
            <a:ext cx="5166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4605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791456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Check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50392" y="5193792"/>
            <a:ext cx="483717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user upload data, run prediction, and view graphs easily?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6446520" y="1325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46520" y="17190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702552" y="170078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Mendeley-based dataset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446520" y="21579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702552" y="213969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upload and validation module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446520" y="259689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702552" y="257860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ML models with comparison report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446520" y="30358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702552" y="30175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dashboard with graphs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446520" y="3474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702552" y="345643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and limitations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446520" y="39136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702552" y="389534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report, slides and live demo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6099048" y="1417320"/>
            <a:ext cx="0" cy="4480560"/>
          </a:xfrm>
          <a:prstGeom prst="line">
            <a:avLst/>
          </a:prstGeom>
          <a:noFill/>
          <a:ln w="1524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74243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target: a user can add/select data, run prediction, compare models, and understand the result visually.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Air • Track 3 Proposal •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Week-by-Week Schedule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6-minute proposal plan and development timeline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8136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544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2240280" y="1554480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Plan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85800" y="1856232"/>
            <a:ext cx="10881360" cy="333756"/>
          </a:xfrm>
          <a:prstGeom prst="rect">
            <a:avLst/>
          </a:prstGeom>
          <a:solidFill>
            <a:srgbClr val="F7F7F7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6596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2240280" y="1965960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idea + confirm dataset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85800" y="2189988"/>
            <a:ext cx="10881360" cy="333756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9971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2240280" y="2299716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presentation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685800" y="2523744"/>
            <a:ext cx="10881360" cy="333756"/>
          </a:xfrm>
          <a:prstGeom prst="rect">
            <a:avLst/>
          </a:prstGeom>
          <a:solidFill>
            <a:srgbClr val="F7F7F7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63347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2240280" y="263347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preprocess data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685800" y="2857500"/>
            <a:ext cx="10881360" cy="333756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96722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2240280" y="2967228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baseline + first ML model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685800" y="3191256"/>
            <a:ext cx="10881360" cy="333756"/>
          </a:xfrm>
          <a:prstGeom prst="rect">
            <a:avLst/>
          </a:prstGeom>
          <a:solidFill>
            <a:srgbClr val="F7F7F7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30098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2240280" y="3300984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+ error analysis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85800" y="3525012"/>
            <a:ext cx="10881360" cy="333756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63474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2240280" y="3634740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Mid-project report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685800" y="3858768"/>
            <a:ext cx="10881360" cy="333756"/>
          </a:xfrm>
          <a:prstGeom prst="rect">
            <a:avLst/>
          </a:prstGeom>
          <a:solidFill>
            <a:srgbClr val="F7F7F7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2240280" y="3968496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upload module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685800" y="4192524"/>
            <a:ext cx="10881360" cy="333756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30225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2240280" y="430225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graphs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685800" y="4526280"/>
            <a:ext cx="10881360" cy="333756"/>
          </a:xfrm>
          <a:prstGeom prst="rect">
            <a:avLst/>
          </a:prstGeom>
          <a:solidFill>
            <a:srgbClr val="F7F7F7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463600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2240280" y="4636008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+ testing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685800" y="4860036"/>
            <a:ext cx="10881360" cy="333756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96976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11–12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2240280" y="4969764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demo, slides, report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1216152" y="5687568"/>
            <a:ext cx="179222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54680" y="5687568"/>
            <a:ext cx="179222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93208" y="5687568"/>
            <a:ext cx="179222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31736" y="5687568"/>
            <a:ext cx="179222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70264" y="5687568"/>
            <a:ext cx="179222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9848" y="5614416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870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3008376" y="5614416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78608" y="5870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946904" y="5614416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7136" y="5870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6885432" y="5614416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5870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8823960" y="5614416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94192" y="5870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10762488" y="5614416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32720" y="5870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Air • Track 3 Proposal • 8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Dhaka Air Quality Prediction System</dc:title>
  <dc:subject>Dhaka Air Quality Track 3 Proposal</dc:subject>
  <dc:creator>OpenAI</dc:creator>
  <cp:lastModifiedBy>OpenAI</cp:lastModifiedBy>
  <cp:revision>1</cp:revision>
  <dcterms:created xsi:type="dcterms:W3CDTF">2026-10-02T17:15:33Z</dcterms:created>
  <dcterms:modified xsi:type="dcterms:W3CDTF">2026-10-02T17:15:33Z</dcterms:modified>
</cp:coreProperties>
</file>