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772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DHAKA AIR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48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 PREDICTION SYSTEM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CSE299 Project Proposal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3: ML Model &amp; Dataset Development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Mendeley air-quality dataset with support for adding new datasets later.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20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48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8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947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Huzayfa  |  2222948642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Ikramun Masud Lubaba  |  2232451042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Nizam Uddin Nihon  |  2031139642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0" y="914400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1D4A53"/>
          </a:solidFill>
          <a:ln w="9525">
            <a:solidFill>
              <a:srgbClr val="1D4A5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15000" y="1188720"/>
            <a:ext cx="320040" cy="320040"/>
          </a:xfrm>
          <a:prstGeom prst="ellipse">
            <a:avLst/>
          </a:prstGeom>
          <a:solidFill>
            <a:srgbClr val="F4813B"/>
          </a:solidFill>
          <a:ln w="12700">
            <a:solidFill>
              <a:srgbClr val="F481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0241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AQI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14447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Level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0" y="1965960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1D4A53"/>
          </a:solidFill>
          <a:ln w="9525">
            <a:solidFill>
              <a:srgbClr val="1D4A5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15000" y="2240280"/>
            <a:ext cx="320040" cy="32004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207568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PM2.5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4963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0" y="3017520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1D4A53"/>
          </a:solidFill>
          <a:ln w="9525">
            <a:solidFill>
              <a:srgbClr val="1D4A5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15000" y="3291840"/>
            <a:ext cx="320040" cy="320040"/>
          </a:xfrm>
          <a:prstGeom prst="ellipse">
            <a:avLst/>
          </a:prstGeom>
          <a:solidFill>
            <a:srgbClr val="5FD0C2"/>
          </a:solidFill>
          <a:ln w="12700">
            <a:solidFill>
              <a:srgbClr val="5FD0C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31272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PM10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5478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and Motivation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matters in the local context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Dhaka Air • Track 3 Proposal • 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8463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9436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problem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70992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Dhaka often faces unhealthy air conditions, but raw pollution data is hard for users to understand or use for decisions.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4846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94360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01752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need a simple way to understand pollution trends.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 changes by time, location, and pollutant levels.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Students/researchers need a reusable ML-based analysis system.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datasets should be easy to add for future improvements.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0" y="1325880"/>
            <a:ext cx="30175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80644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 Data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806440" y="1709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• PM10 • CO • NO₂ • SO₂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207568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8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69280" y="2286000"/>
            <a:ext cx="30175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80644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Analysis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806440" y="2670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patterns from data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0" y="303580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8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69280" y="3246120"/>
            <a:ext cx="3017520" cy="731520"/>
          </a:xfrm>
          <a:prstGeom prst="roundRect">
            <a:avLst>
              <a:gd name="adj" fmla="val 10000"/>
            </a:avLst>
          </a:prstGeom>
          <a:solidFill>
            <a:srgbClr val="2A9D8F"/>
          </a:solidFill>
          <a:ln w="9525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806440" y="3337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View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806440" y="3630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+ visual results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25196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12343B"/>
          </a:solidFill>
          <a:ln w="9525">
            <a:solidFill>
              <a:srgbClr val="12343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idea: turn complex air-quality data into readable prediction results.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Objective, Scope &amp; Non-Triviality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build and why it is technically challenging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Dhaka Air • Track 3 Proposal • 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94360" y="14173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709928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web application that predicts Dhaka air quality using ML models and shows the results with graphs, metrics, and an easy dashboard.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8980" y="132588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0614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06140" y="17373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preparation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comparison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dashboard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dataset upload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input testing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132588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12343B"/>
          </a:solidFill>
          <a:ln w="9525">
            <a:solidFill>
              <a:srgbClr val="12343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217920" y="14173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8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Non-Trivial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709928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may be missing, noisy, or imbalanced. The system must validate new datasets, retrain models, compare results, and explain model errors.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200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F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BOUNDARY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68680" y="3840480"/>
            <a:ext cx="7406640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611880"/>
            <a:ext cx="457200" cy="457200"/>
          </a:xfrm>
          <a:prstGeom prst="ellipse">
            <a:avLst/>
          </a:prstGeom>
          <a:solidFill>
            <a:srgbClr val="2A9D8F"/>
          </a:solidFill>
          <a:ln w="25400">
            <a:solidFill>
              <a:srgbClr val="F3F7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" y="4160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Mendeley Dataset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91740" y="3611880"/>
            <a:ext cx="457200" cy="457200"/>
          </a:xfrm>
          <a:prstGeom prst="ellipse">
            <a:avLst/>
          </a:prstGeom>
          <a:solidFill>
            <a:srgbClr val="2A9D8F"/>
          </a:solidFill>
          <a:ln w="25400">
            <a:solidFill>
              <a:srgbClr val="F3F7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4917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988820" y="4160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Label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43400" y="3611880"/>
            <a:ext cx="457200" cy="457200"/>
          </a:xfrm>
          <a:prstGeom prst="ellipse">
            <a:avLst/>
          </a:prstGeom>
          <a:solidFill>
            <a:srgbClr val="2A9D8F"/>
          </a:solidFill>
          <a:ln w="25400">
            <a:solidFill>
              <a:srgbClr val="F3F7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3434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840480" y="4160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95060" y="3611880"/>
            <a:ext cx="457200" cy="457200"/>
          </a:xfrm>
          <a:prstGeom prst="ellipse">
            <a:avLst/>
          </a:prstGeom>
          <a:solidFill>
            <a:srgbClr val="2A9D8F"/>
          </a:solidFill>
          <a:ln w="25400">
            <a:solidFill>
              <a:srgbClr val="F3F7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9506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692140" y="4160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Results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46720" y="3611880"/>
            <a:ext cx="457200" cy="457200"/>
          </a:xfrm>
          <a:prstGeom prst="ellipse">
            <a:avLst/>
          </a:prstGeom>
          <a:solidFill>
            <a:srgbClr val="F4813B"/>
          </a:solidFill>
          <a:ln w="25400">
            <a:solidFill>
              <a:srgbClr val="F3F7F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4672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543800" y="4160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and Framework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source, new-dataset support, and ML pipeline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Dhaka Air • Track 3 Proposal • 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9436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Mendeley Air Quality Dataset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709928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public Mendeley dataset for Bangladesh/Dhaka air quality. Core fields may include timestamp, city/location, PM2.5, PM10, pollutants, AQI, and coordinates.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94360" y="2971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Dataset Upload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26440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CSV/Excel → validate required columns → clean data → save as a new dataset → retrain/test models.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325880"/>
            <a:ext cx="713232" cy="457200"/>
          </a:xfrm>
          <a:prstGeom prst="roundRect">
            <a:avLst>
              <a:gd name="adj" fmla="val 16000"/>
            </a:avLst>
          </a:prstGeom>
          <a:solidFill>
            <a:srgbClr val="2A9D8F"/>
          </a:solidFill>
          <a:ln w="9525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663440" y="132588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Upload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90972" y="1325880"/>
            <a:ext cx="713232" cy="457200"/>
          </a:xfrm>
          <a:prstGeom prst="roundRect">
            <a:avLst>
              <a:gd name="adj" fmla="val 16000"/>
            </a:avLst>
          </a:prstGeom>
          <a:solidFill>
            <a:srgbClr val="2A9D8F"/>
          </a:solidFill>
          <a:ln w="9525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490972" y="132588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318504" y="1325880"/>
            <a:ext cx="713232" cy="457200"/>
          </a:xfrm>
          <a:prstGeom prst="roundRect">
            <a:avLst>
              <a:gd name="adj" fmla="val 16000"/>
            </a:avLst>
          </a:prstGeom>
          <a:solidFill>
            <a:srgbClr val="2A9D8F"/>
          </a:solidFill>
          <a:ln w="9525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318504" y="132588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146036" y="1325880"/>
            <a:ext cx="713232" cy="457200"/>
          </a:xfrm>
          <a:prstGeom prst="roundRect">
            <a:avLst>
              <a:gd name="adj" fmla="val 16000"/>
            </a:avLst>
          </a:prstGeom>
          <a:solidFill>
            <a:srgbClr val="2A9D8F"/>
          </a:solidFill>
          <a:ln w="9525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146036" y="132588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973568" y="1325880"/>
            <a:ext cx="713232" cy="457200"/>
          </a:xfrm>
          <a:prstGeom prst="roundRect">
            <a:avLst>
              <a:gd name="adj" fmla="val 16000"/>
            </a:avLst>
          </a:prstGeom>
          <a:solidFill>
            <a:srgbClr val="F4813B"/>
          </a:solidFill>
          <a:ln w="9525">
            <a:solidFill>
              <a:srgbClr val="F4813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973568" y="132588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196596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800600" y="2057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00600" y="235000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Required: date/time, location, PM2.5/PM10, AQI or target label.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temperature, humidity, wind speed, other pollutants.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329184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12343B"/>
          </a:solidFill>
          <a:ln w="9525">
            <a:solidFill>
              <a:srgbClr val="12343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4800600" y="3383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8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800600" y="36758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Pandas • NumPy • Scikit-learn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Flask/Django • HTML/CSS/JS • GitHub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Application Features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functions users will see in the final system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Dhaka Air • Track 3 Proposal • 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453896"/>
            <a:ext cx="329184" cy="32918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453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8288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07568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AQI, PM2.5, PM10, pollutant summary and graphs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132588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97480" y="1453896"/>
            <a:ext cx="329184" cy="329184"/>
          </a:xfrm>
          <a:prstGeom prst="ellipse">
            <a:avLst/>
          </a:prstGeom>
          <a:solidFill>
            <a:srgbClr val="F4813B"/>
          </a:solidFill>
          <a:ln w="12700">
            <a:solidFill>
              <a:srgbClr val="F481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97480" y="1453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18288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Viewer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207568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dataset by city, date and time period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32588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1453896"/>
            <a:ext cx="329184" cy="32918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1453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18288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Upload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207568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CSV/Excel dataset with validation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132588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03720" y="1453896"/>
            <a:ext cx="329184" cy="329184"/>
          </a:xfrm>
          <a:prstGeom prst="ellipse">
            <a:avLst/>
          </a:prstGeom>
          <a:solidFill>
            <a:srgbClr val="F4813B"/>
          </a:solidFill>
          <a:ln w="12700">
            <a:solidFill>
              <a:srgbClr val="F4813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03720" y="1453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18288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207568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AQI value or air-quality category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60604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" y="2734056"/>
            <a:ext cx="329184" cy="32918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4360" y="2734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31089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94360" y="33558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baseline and multiple ML models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60320" y="260604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697480" y="2734056"/>
            <a:ext cx="329184" cy="329184"/>
          </a:xfrm>
          <a:prstGeom prst="ellipse">
            <a:avLst/>
          </a:prstGeom>
          <a:solidFill>
            <a:srgbClr val="F4813B"/>
          </a:solidFill>
          <a:ln w="12700">
            <a:solidFill>
              <a:srgbClr val="F4813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697480" y="2734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2697480" y="31089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Testing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2697480" y="33558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input values and see prediction changes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260604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2734056"/>
            <a:ext cx="329184" cy="32918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800600" y="2734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4800600" y="31089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4800600" y="33558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mistakes, metrics and confusion/errors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766560" y="260604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903720" y="2734056"/>
            <a:ext cx="329184" cy="329184"/>
          </a:xfrm>
          <a:prstGeom prst="ellipse">
            <a:avLst/>
          </a:prstGeom>
          <a:solidFill>
            <a:srgbClr val="F4813B"/>
          </a:solidFill>
          <a:ln w="12700">
            <a:solidFill>
              <a:srgbClr val="F4813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903720" y="2734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903720" y="31089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Export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6903720" y="33558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graphs/results for report or presentation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402336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12343B"/>
          </a:solidFill>
          <a:ln w="9525">
            <a:solidFill>
              <a:srgbClr val="12343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 txBox="1"/>
          <p:nvPr/>
        </p:nvSpPr>
        <p:spPr>
          <a:xfrm>
            <a:off x="640080" y="4023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flow: Upload/select dataset → choose model → predict AQI → compare results → view dashboard.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Stages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development plan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Dhaka Air • Track 3 Proposal • 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463040"/>
            <a:ext cx="329184" cy="32918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463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14630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setup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94767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Mendeley data and define required columns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8980" y="132588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06140" y="1463040"/>
            <a:ext cx="329184" cy="32918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06140" y="1463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835908" y="14630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406140" y="194767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missing values, duplicates, formats and labels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132588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463040"/>
            <a:ext cx="329184" cy="32918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1463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47688" y="14630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194767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baseline and ML prediction models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78892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2926080"/>
            <a:ext cx="329184" cy="329184"/>
          </a:xfrm>
          <a:prstGeom prst="ellipse">
            <a:avLst/>
          </a:prstGeom>
          <a:solidFill>
            <a:srgbClr val="F4813B"/>
          </a:solidFill>
          <a:ln w="12700">
            <a:solidFill>
              <a:srgbClr val="F4813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2926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29260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341071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models and analyze errors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68980" y="278892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06140" y="2926080"/>
            <a:ext cx="329184" cy="329184"/>
          </a:xfrm>
          <a:prstGeom prst="ellipse">
            <a:avLst/>
          </a:prstGeom>
          <a:solidFill>
            <a:srgbClr val="F4813B"/>
          </a:solidFill>
          <a:ln w="12700">
            <a:solidFill>
              <a:srgbClr val="F4813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06140" y="2926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835908" y="29260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406140" y="341071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dashboard, upload feature and graphs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80760" y="278892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2926080"/>
            <a:ext cx="329184" cy="329184"/>
          </a:xfrm>
          <a:prstGeom prst="ellipse">
            <a:avLst/>
          </a:prstGeom>
          <a:solidFill>
            <a:srgbClr val="F4813B"/>
          </a:solidFill>
          <a:ln w="12700">
            <a:solidFill>
              <a:srgbClr val="F4813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17920" y="2926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647688" y="29260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217920" y="341071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selected and newly uploaded datasets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25196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12343B"/>
          </a:solidFill>
          <a:ln w="9525">
            <a:solidFill>
              <a:srgbClr val="12343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focus: keep a working version early, then improve models and visuals.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Plan and Deliverables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will prove the system works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Dhaka Air • Track 3 Proposal • 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7548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94360" y="138988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Metrics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64592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/ RMSE for AQI value; Accuracy / F1 for category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039112"/>
            <a:ext cx="47548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94360" y="210312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35915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vs ML models on the same test data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752344"/>
            <a:ext cx="47548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94360" y="281635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07238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new uploaded dataset or changed data subset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465576"/>
            <a:ext cx="47548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94360" y="352958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Check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3785616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user upload data, run prediction, and view graphs easily?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94960" y="1325880"/>
            <a:ext cx="3291840" cy="2761488"/>
          </a:xfrm>
          <a:prstGeom prst="roundRect">
            <a:avLst>
              <a:gd name="adj" fmla="val 2649"/>
            </a:avLst>
          </a:prstGeom>
          <a:solidFill>
            <a:srgbClr val="12343B"/>
          </a:solidFill>
          <a:ln w="9525">
            <a:solidFill>
              <a:srgbClr val="12343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577840" y="14447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8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577840" y="1828800"/>
            <a:ext cx="29260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Mendeley-based dataset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upload and validation module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ML models with comparison report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dashboard with graphs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 and limitations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report, slides and live demo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25196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12343B"/>
          </a:solidFill>
          <a:ln w="9525">
            <a:solidFill>
              <a:srgbClr val="12343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target: add/select data, run prediction, compare models, and understand the result visually.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Week-by-Week Schedule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6-minute proposal plan and development timeline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Dhaka Air • Track 3 Proposal • 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1206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2062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4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Finalize idea + confirm 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0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Proposal presentation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0E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and preprocess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0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baseline + first ML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0E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comparison + error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0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Mid-project report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0E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upload module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0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+ graphs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0E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+ testing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11–12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0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demo, slides, report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0E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1325880"/>
            <a:ext cx="2834640" cy="384048"/>
          </a:xfrm>
          <a:prstGeom prst="roundRect">
            <a:avLst>
              <a:gd name="adj" fmla="val 19048"/>
            </a:avLst>
          </a:prstGeom>
          <a:solidFill>
            <a:srgbClr val="2A9D8F"/>
          </a:solidFill>
          <a:ln w="9525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5989320" y="13258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223760" y="13258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1–3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52160" y="1801368"/>
            <a:ext cx="2834640" cy="384048"/>
          </a:xfrm>
          <a:prstGeom prst="roundRect">
            <a:avLst>
              <a:gd name="adj" fmla="val 19048"/>
            </a:avLst>
          </a:prstGeom>
          <a:solidFill>
            <a:srgbClr val="2A9D8F"/>
          </a:solidFill>
          <a:ln w="9525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989320" y="18013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223760" y="18013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52160" y="2276856"/>
            <a:ext cx="2834640" cy="384048"/>
          </a:xfrm>
          <a:prstGeom prst="roundRect">
            <a:avLst>
              <a:gd name="adj" fmla="val 19048"/>
            </a:avLst>
          </a:prstGeom>
          <a:solidFill>
            <a:srgbClr val="2A9D8F"/>
          </a:solidFill>
          <a:ln w="9525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989320" y="227685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223760" y="22768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5–6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852160" y="2752344"/>
            <a:ext cx="2834640" cy="384048"/>
          </a:xfrm>
          <a:prstGeom prst="roundRect">
            <a:avLst>
              <a:gd name="adj" fmla="val 19048"/>
            </a:avLst>
          </a:prstGeom>
          <a:solidFill>
            <a:srgbClr val="2A9D8F"/>
          </a:solidFill>
          <a:ln w="9525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5989320" y="275234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223760" y="275234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8–9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852160" y="3227832"/>
            <a:ext cx="2834640" cy="384048"/>
          </a:xfrm>
          <a:prstGeom prst="roundRect">
            <a:avLst>
              <a:gd name="adj" fmla="val 19048"/>
            </a:avLst>
          </a:prstGeom>
          <a:solidFill>
            <a:srgbClr val="2A9D8F"/>
          </a:solidFill>
          <a:ln w="9525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5989320" y="32278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7223760" y="32278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852160" y="3703320"/>
            <a:ext cx="2834640" cy="384048"/>
          </a:xfrm>
          <a:prstGeom prst="roundRect">
            <a:avLst>
              <a:gd name="adj" fmla="val 19048"/>
            </a:avLst>
          </a:prstGeom>
          <a:solidFill>
            <a:srgbClr val="F4813B"/>
          </a:solidFill>
          <a:ln w="9525">
            <a:solidFill>
              <a:srgbClr val="F4813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5989320" y="3703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7223760" y="37033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11–12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3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03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48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DHAKA AIR  •  AIR QUALITY PREDICTION SYSTEM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are welcome.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48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8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747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Huzayfa  |  2222948642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Ikramun Masud Lubaba  |  2232451042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Nizam Uddin Nihon  |  2031139642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CSE299 • Track 3 Proposal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Dhaka Air</dc:title>
  <dc:subject>PptxGenJS Presentation</dc:subject>
  <dc:creator>PptxGenJS</dc:creator>
  <cp:lastModifiedBy>PptxGenJS</cp:lastModifiedBy>
  <cp:revision>1</cp:revision>
  <dcterms:created xsi:type="dcterms:W3CDTF">2026-10-02T17:41:42Z</dcterms:created>
  <dcterms:modified xsi:type="dcterms:W3CDTF">2026-10-02T17:41:42Z</dcterms:modified>
</cp:coreProperties>
</file>